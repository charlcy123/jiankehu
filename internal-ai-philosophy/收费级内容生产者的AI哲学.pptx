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(开场寒暄自定)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今天不从“要不要用AI”讲起,先看处境:不管我们用不用,上下游已经全在用了。这件事倒逼我们想清楚两个问题——未来的工作流到底是什么,以及我们的价值到底是什么。后面整场都在回答这两个问题。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分寸:只讲行业和作家,不指房间里的任何人。第二类人往往觉得用AI像偷懒、不好意思声张——注意托卡尔丘克这个例子的真正用法:连诺奖得主只是拿AI查资料,都被舆论逼到要发声明自证清白。“不敢声张”不是我们这个办公室的毛病,是全球性的。所以这种分裂本身是正常的,不用羞耻,也不用站队。有意思的细节可以口头讲:莫言那次让人用ChatGPT帮余华写颁奖词,给了关键词、设定了莎士比亚风格——技术圈的人说,这其实是一次很懂提示词工程的操作。讲完落一句:所以今天不劝任何人用AI,只讨论一个问题——如果用,收费级的用法和普通用法差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极大地降低了创作门槛,也意味着客户传统付费意愿会变低。如果我们继续在“提效”的思维里和别人卷,效率高了、收费低了,本质上还是变低了。有些门槛降低之后,另一些门槛一定会升高——那些变成高溢价的东西,才是我们要探索的。这一页只提问题,答案在第一部分结尾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 Graham写过《写,和不写的人》:AI降低写作门槛之后,世界会分裂成写得很好的和完全不会写的,中间态逐渐消失。从约稿的实际观察看,确实如此。通用大模型是通用能力的提升,我们不可能在通用能力上超过它,所以必须发展垂直能力——行业里的隐性知识、专有方法论、专有积累。这样无论AI怎么发展,它都在放大你,而不是稀释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媒体只需要对齐第一层,作者的标准可以无限拔上去。媒体内容多一层团队的品味和流程。收费级内容再多一层客户系统——而客户系统内部,对接人谈的和领导能批的,往往也不一致。一个收费级的内容,涉及对作者风格的理解、对选题行业的理解、对客户和客户团队的理解、对内部协作系统的理解。这是我们这行真正的复杂性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收费级、高客单价的内容为什么难?因为它不是单一创作,而是作者标准、团队标准、客户标准、审批标准、行业标准的碰撞与协调。表达可以交给工具,对齐没法交给工具——这是下一页答案的铺垫。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第一问收口。AI生成的都是看起来不错的“平均线”内容,只有懂行,才能做精细化调整、打出差异化。你对模型细微的理解——不同模型的优势和边界——也属于隐性知识:同样用通用模型,懂行的人就是用得更好。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点子的基本配方是:创建很多很多选项,然后选最好的一个。人的思维容易被框住,只要提示词够开放,AI有机会给出完全不同的思路——独特性永远稀缺。另一面是强制思维:我们已经懂的东西,常因为自己的视角限制想不到、落不了地,这时候让AI强制你换一个视角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不是理念,是每个环节具体的✅和❌,而且每个人的答案都不一样。抱老师那句最值得展开:开头定一篇文章的基调,基调必须自己定,定好了再去调教AI会顺很多;结尾反而多用AI,它擅长把前文换个形式拔高。另外他补充过一句——以上都是职务写作,个人写作他坚决不用AI。这也呼应前面说的:位置可以自己选。⚠️ 三位均为化名,是否需要进一步模糊身份信息,你定。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故事重点讲:他原来担心自己没积累、写不了,拿到内容方向之后发现,要面对的只是技术型文体,不需要“从底层重新架构自我认知”,信心一下就有了。这页只讲显性化“带来什么”,不讲“怎么做”——怎么做不是今天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演示项目待定,建议截图预演保底、现场跑作加分。建议节奏:先亮“我预测通用AI会给出这几条”,再亮通用AI实际输出截图——命中即成立,“验证”二字字面兑现。口头讲专家团的理念:想做到“别人知道你用AI也达不到”,需要自己的专属专家团——一开始2个,然后5个、7个专家,每个都有不断迭代的思维链和知识库,在实践里持续打磨人机协作。这样的系统别人很难复制,因为它是和你的工作长在一起的。对方用通用AI过我们的方案时,它没被引导,给的东西是可预测的;我们的定制系统给的东西,是他预测不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把微妙的东西作为规则慢慢加给它,这就是一个会慢慢变聪明的系统。最后一句只是观察,不引向任何号召——标准的沉淀急不来,先从自己的系统开始。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这个案例的可怕之处在于“配了文言文原文和出处”,一般人一眼就被糊弄过去。AI收集素材快、详实、全面,远超传统搜索,但它会投其所好,编造你想要的素材。素材必须反复核实——这直接引出下一页的纪律。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个人层和公共层切开讲:今天涉及“标准化”的,只有公共层的脏活,不碰任何人的个人判断。⚠️ 第四条数据边界:确认单位是否已有成文规定——有则引用条款,无则表述为“建议建立”,并用“我自己的做法是……”的个人实践口径,避免替公司立规矩。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这页是价值观收束,不加新信息。语速放慢。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只发校对skill一样东西。被问“内容方向和提案那套给不给”:那两套和个人方法论绑得深,暂时不适合直接给,但效果今天都看到了,想做自己的,实操场见。⚠️ 结尾一句,替换页面上的灰色占位文字。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3172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 i="0">
                <a:solidFill>
                  <a:srgbClr val="212428"/>
                </a:solidFill>
                <a:latin typeface="Microsoft YaHei"/>
                <a:ea typeface="Microsoft YaHei"/>
              </a:rPr>
              <a:t>收费级内容生产者的AI哲学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0A2A5E"/>
                </a:solidFill>
                <a:latin typeface="Microsoft YaHei"/>
                <a:ea typeface="Microsoft YaHei"/>
              </a:rPr>
              <a:t>别人知道你用AI,也达不到你的效果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742432" y="4224528"/>
            <a:ext cx="713232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02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我们的处境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212428"/>
                </a:solidFill>
                <a:latin typeface="Microsoft YaHei"/>
                <a:ea typeface="Microsoft YaHei"/>
              </a:rPr>
              <a:t>销售在用AI写方案,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12428"/>
                </a:solidFill>
                <a:latin typeface="Microsoft YaHei"/>
                <a:ea typeface="Microsoft YaHei"/>
              </a:rPr>
              <a:t>客户在用AI提意见,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12428"/>
                </a:solidFill>
                <a:latin typeface="Microsoft YaHei"/>
                <a:ea typeface="Microsoft YaHei"/>
              </a:rPr>
              <a:t>领导在用AI过稿子,</a:t>
            </a:r>
          </a:p>
          <a:p>
            <a:pPr>
              <a:spcAft>
                <a:spcPts val="2600"/>
              </a:spcAft>
            </a:pPr>
            <a:r>
              <a:rPr sz="1900" b="0" i="0">
                <a:solidFill>
                  <a:srgbClr val="212428"/>
                </a:solidFill>
                <a:latin typeface="Microsoft YaHei"/>
                <a:ea typeface="Microsoft YaHei"/>
              </a:rPr>
              <a:t>作者在用AI交稿。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12428"/>
                </a:solidFill>
                <a:latin typeface="Microsoft YaHei"/>
                <a:ea typeface="Microsoft YaHei"/>
              </a:rPr>
              <a:t>你的方案交出去,对方会用他的AI再过一遍。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如果他用的是通用型AI——它回复的东西,其实是可预测的。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03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这一行对AI的态度,是分裂的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据我和同行们交流,大致分三类: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一、完全不用,以“纯手搓”为荣;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二、适当使用,但不声张——因为它像是一种偷懒;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三、用得纯熟,借它去了原来去不了的地方。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12428"/>
                </a:solidFill>
                <a:latin typeface="Microsoft YaHei"/>
                <a:ea typeface="Microsoft YaHei"/>
              </a:rPr>
              <a:t>作家们自己也分裂: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· 托卡尔丘克:付费订阅高级模型,写新小说时用它查资料——被传成“用AI写小说”,逼得她发声明澄清“只是研究工具”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· 莫言:试过让它写七律,觉得它没有感情、没有原创性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· 刘慈欣:试过让AI写,自认写得比他好、想法超出他想象——但目前不用AI做文学创作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· 一位特稿记者朋友:职务写作用AI,个人写作坚决不用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04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核心问题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212428"/>
                </a:solidFill>
                <a:latin typeface="Microsoft YaHei"/>
                <a:ea typeface="Microsoft YaHei"/>
              </a:rPr>
              <a:t>当大家都在用AI,</a:t>
            </a:r>
          </a:p>
          <a:p>
            <a:pPr>
              <a:spcAft>
                <a:spcPts val="2400"/>
              </a:spcAft>
            </a:pPr>
            <a:r>
              <a:rPr sz="2200" b="1" i="0">
                <a:solidFill>
                  <a:srgbClr val="212428"/>
                </a:solidFill>
                <a:latin typeface="Microsoft YaHei"/>
                <a:ea typeface="Microsoft YaHei"/>
              </a:rPr>
              <a:t>我们的内容为什么还值得别人付费?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428"/>
                </a:solidFill>
                <a:latin typeface="Microsoft YaHei"/>
                <a:ea typeface="Microsoft YaHei"/>
              </a:rPr>
              <a:t>哪些能力会被AI贬值?</a:t>
            </a:r>
          </a:p>
          <a:p>
            <a:pPr>
              <a:spcAft>
                <a:spcPts val="2400"/>
              </a:spcAft>
            </a:pPr>
            <a:r>
              <a:rPr sz="1700" b="0" i="0">
                <a:solidFill>
                  <a:srgbClr val="212428"/>
                </a:solidFill>
                <a:latin typeface="Microsoft YaHei"/>
                <a:ea typeface="Microsoft YaHei"/>
              </a:rPr>
              <a:t>哪些能力会被AI放大?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Microsoft YaHei"/>
                <a:ea typeface="Microsoft YaHei"/>
              </a:rPr>
              <a:t>大部分人用AI实现自己的75%,让AI代替自己;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我们用AI实现自己的300%,做出以前做不到的事。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第一问 · 凭什么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05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十倍测试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12428"/>
                </a:solidFill>
                <a:latin typeface="Microsoft YaHei"/>
                <a:ea typeface="Microsoft YaHei"/>
              </a:rPr>
              <a:t>当AI的能力比现在强十倍,你做的事情,是会被放大,还是被稀释?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6B7280"/>
                </a:solidFill>
                <a:latin typeface="Microsoft YaHei"/>
                <a:ea typeface="Microsoft YaHei"/>
              </a:rPr>
              <a:t>被稀释的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显性知识 · 通用写作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普通总结 · 常规方案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8892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被放大的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隐性知识 · 行业判断 · 客户理解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审美标准 · 专有方法论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AI是最大公约数的投影。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最大的危险不是取代我们,而是诱惑我们停留在平均值。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第一问 · 凭什么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06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收费级内容 = 多套系统的碰撞与妥协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3055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作者标准　</a:t>
            </a: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—— 选题、创意、个人风格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1071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媒体标准　</a:t>
            </a: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—— 团队的思考、审批流程、坚持的品味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9087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客户标准　</a:t>
            </a: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—— 高度定制化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509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└ 客户内部又裂成几套:对接人的标准 ≠ 领导的标准 ≠ 市场部与审批的标准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第一问 · 凭什么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07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212428"/>
                </a:solidFill>
                <a:latin typeface="Microsoft YaHei"/>
                <a:ea typeface="Microsoft YaHei"/>
              </a:rPr>
              <a:t>普通内容解决表达问题,</a:t>
            </a:r>
          </a:p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A2A5E"/>
                </a:solidFill>
                <a:latin typeface="Microsoft YaHei"/>
                <a:ea typeface="Microsoft YaHei"/>
              </a:rPr>
              <a:t>收费级内容解决对齐问题。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091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对齐什么:作者写作风格 ｜ 选题所在行业 ｜ 客户与客户团队 ｜ 内部管理协作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第一问 · 凭什么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08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对齐,靠的是隐性知识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隐性知识　</a:t>
            </a: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—— 说不清道不明、但一出手就有的判断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行业经验　</a:t>
            </a: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—— 知道哪些是空谈,哪些能落地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专有思维框架　</a:t>
            </a: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—— 在跨领域经验里长出来的判断结构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不断打磨的定制化AI　</a:t>
            </a: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—— 把以上三样持续喂进去的系统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AI进化得越强,隐性知识就越值钱。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所以,AI要用在懂行的地方,而不是不懂的地方。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第二问 ·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09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隐性知识显性化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内容生产里,有很多说不清的判断: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“这个植入有点软。”　“这个标题有点硬。”　“有创意,但审批过不了。”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显性化 = 把这些判断,拆成AI可调用的　标准 · 样例 · 反例 · 流程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显性化之后,AI能帮你做两件事: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拓宽 —— 生成海量选项,你来选最好的;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强制 —— 切换到你默认视角之外的视角。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Microsoft YaHei"/>
                <a:ea typeface="Microsoft YaHei"/>
              </a:rPr>
              <a:t>香农信息论的核心:信息,是对不确定性的消除。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第二问 ·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10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每个人的边界都不一样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83280" cy="35661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斯老师 · 美食杂志主编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选题背景调研 ✅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(自称INTP,这一步耽搁90%时间)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整理录音 ✅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起草大纲 ❌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完稿 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920240"/>
            <a:ext cx="3383280" cy="35661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1031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詹老师 · 人类学作者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选题创意 ✅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(“内阁制”:同一问题每个AI轮一遍,自己拍板)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定方向 ❌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大纲 ❌(手搓)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辅助表达 ✅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定稿 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20240"/>
            <a:ext cx="3383280" cy="356616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1031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抱老师 · 报社特稿记者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搜集素材 ✅(必须反复核实)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开头 ❌(80–90%不用AI,基调必须自己定)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结尾 ✅(擅长把前文换形式拔高)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12428"/>
                </a:solidFill>
                <a:latin typeface="Microsoft YaHei"/>
                <a:ea typeface="Microsoft YaHei"/>
              </a:rPr>
              <a:t>成稿优化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12428"/>
                </a:solidFill>
                <a:latin typeface="Microsoft YaHei"/>
                <a:ea typeface="Microsoft YaHei"/>
              </a:rPr>
              <a:t>连用得好的人,都保留着大片“绝不交给AI”的区域。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第二问 ·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11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显性化会带来什么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A2A5E"/>
                </a:solidFill>
                <a:latin typeface="Microsoft YaHei"/>
                <a:ea typeface="Microsoft YaHei"/>
              </a:rPr>
              <a:t>训练AI的过程,本质是在训练自己的思考能力。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一位合作作者的三个真实变化: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1. 提炼出自己都无意识的规律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把旧作喂给AI分析,它提炼出了作者本人没意识到的东西;照此搭新稿骨架,比从零打地基快得多。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2. 强制切换视角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他天然关注人文历史,让AI按目标样本出调研计划,梳理出了他视角之外的场景和趋势。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3. 降低启动门槛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接一个年轻化账号的稿子,原本心里没底;有了内容方向的辅助,知道要写什么,短时间出了一篇很好的文章。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第二问 ·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12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现场对比:通用型 vs 定制型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通用AI的回复是可预测的——我们当场验证。同一个brief: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50292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</a:rPr>
              <a:t>左:通用型AI给出的方案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9CA3AF"/>
                </a:solidFill>
                <a:latin typeface="Microsoft YaHei"/>
                <a:ea typeface="Microsoft YaHei"/>
              </a:rPr>
              <a:t>⚠️ 截图占位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0292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</a:rPr>
              <a:t>右:定制流程给出的方案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9CA3AF"/>
                </a:solidFill>
                <a:latin typeface="Microsoft YaHei"/>
                <a:ea typeface="Microsoft YaHei"/>
              </a:rPr>
              <a:t>⚠️ 截图占位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AI一定要和工作流深度融合,才是真实的需求。提案环节,就是最值得优化的环节。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第二问 ·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13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让系统慢慢变聪明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12428"/>
                </a:solidFill>
                <a:latin typeface="Microsoft YaHei"/>
                <a:ea typeface="Microsoft YaHei"/>
              </a:rPr>
              <a:t>每写完一篇稿,问一句:</a:t>
            </a:r>
          </a:p>
          <a:p>
            <a:pPr>
              <a:spcAft>
                <a:spcPts val="2400"/>
              </a:spcAft>
            </a:pPr>
            <a:r>
              <a:rPr sz="1800" b="1" i="0">
                <a:solidFill>
                  <a:srgbClr val="0A2A5E"/>
                </a:solidFill>
                <a:latin typeface="Microsoft YaHei"/>
                <a:ea typeface="Microsoft YaHei"/>
              </a:rPr>
              <a:t>这次有什么反复出现的问题,可以优化进系统?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定期审视,删减冗余的规则。</a:t>
            </a:r>
          </a:p>
          <a:p>
            <a:pPr>
              <a:spcAft>
                <a:spcPts val="24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做好备份,不怕账号出问题。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团队拥抱不了AI,往往不是不会用工具,而是标准本身还没沉淀。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第三问 · 守什么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14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AI的边界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0A2A5E"/>
                </a:solidFill>
                <a:latin typeface="Microsoft YaHei"/>
                <a:ea typeface="Microsoft YaHei"/>
              </a:rPr>
              <a:t>AI倾向于取悦人,人需要为结果负责。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因为它被训练成让一切读起来连贯——所以它会取悦你;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因为事情里有微妙的复杂判断,而重要性由使用者定义;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因为它知道的一切,都来自过去的信息。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15600" cy="182880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一个真实案例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一位记者查鸦片战争时期上海火药局爆炸,AI给出大量“史料”,配有文言文原文和出处标注——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12428"/>
                </a:solidFill>
                <a:latin typeface="Microsoft YaHei"/>
                <a:ea typeface="Microsoft YaHei"/>
              </a:rPr>
              <a:t>90%是编造的。伪装度极高。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第三问 · 守什么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15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收费级内容的AI纪律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12428"/>
                </a:solidFill>
                <a:latin typeface="Microsoft YaHei"/>
                <a:ea typeface="Microsoft YaHei"/>
              </a:rPr>
              <a:t>越是收费级,越需要人扛住最后一道核查。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一、事实与引文核验 —— AI给的出处,必须溯源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二、广告法合规 —— 收费内容的硬约束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三、AI味排查 —— 没处理干净的AI遗迹,读者一眼拉黑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12428"/>
                </a:solidFill>
                <a:latin typeface="Microsoft YaHei"/>
                <a:ea typeface="Microsoft YaHei"/>
              </a:rPr>
              <a:t>四、数据边界 —— 客户未公开信息、未发布稿件,不进公开模型 ⚠️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10515600" cy="12344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38928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12428"/>
                </a:solidFill>
                <a:latin typeface="Microsoft YaHei"/>
                <a:ea typeface="Microsoft YaHei"/>
              </a:rPr>
              <a:t>你的风格、审美、选题直觉,是你自己的护城河,不需要交给任何系统;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合规、核查、格式这类“脏活”,标准化了,对所有人都是解放。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第三问 · 守什么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16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定义AI时代要吃的苦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12428"/>
                </a:solidFill>
                <a:latin typeface="Microsoft YaHei"/>
                <a:ea typeface="Microsoft YaHei"/>
              </a:rPr>
              <a:t>AI时代最大的诱惑,是可以更省力地做很多事。</a:t>
            </a:r>
          </a:p>
          <a:p>
            <a:pPr>
              <a:spcAft>
                <a:spcPts val="22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但真正定义我们价值的,是主动进入的窄门。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通用型AI:越用越容易,但自己的价值越来越低。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212428"/>
                </a:solidFill>
                <a:latin typeface="Microsoft YaHei"/>
                <a:ea typeface="Microsoft YaHei"/>
              </a:rPr>
              <a:t>专属型AI:打磨的过程痛苦,但那才是自己的价值。</a:t>
            </a:r>
          </a:p>
          <a:p>
            <a:pPr>
              <a:spcAft>
                <a:spcPts val="18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比如:让AI分析完自己的旧稿,再自己复述一遍它提炼出了什么——慢一点,但思考能力留在自己身上。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12428"/>
                </a:solidFill>
                <a:latin typeface="Microsoft YaHei"/>
                <a:ea typeface="Microsoft YaHei"/>
              </a:rPr>
              <a:t>算力再强,取舍和责任,仍然在人。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</a:rPr>
              <a:t>17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 i="0">
                <a:solidFill>
                  <a:srgbClr val="212428"/>
                </a:solidFill>
                <a:latin typeface="Microsoft YaHei"/>
                <a:ea typeface="Microsoft YaHei"/>
              </a:rPr>
              <a:t>我先把东西放在这里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581912"/>
            <a:ext cx="502920" cy="33020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900" b="1" i="0">
                <a:solidFill>
                  <a:srgbClr val="212428"/>
                </a:solidFill>
                <a:latin typeface="Microsoft YaHei"/>
                <a:ea typeface="Microsoft YaHei"/>
              </a:rPr>
              <a:t>今天不布置任何作业。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212428"/>
                </a:solidFill>
                <a:latin typeface="Microsoft YaHei"/>
                <a:ea typeface="Microsoft YaHei"/>
              </a:rPr>
              <a:t>我带来一个已经在真实稿件里验证过的校对skill: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事实核查 ＋ 广告法合规 ＋ AI味排查。</a:t>
            </a:r>
          </a:p>
          <a:p>
            <a:pPr>
              <a:spcAft>
                <a:spcPts val="2000"/>
              </a:spcAft>
            </a:pPr>
            <a:r>
              <a:rPr sz="1600" b="0" i="0">
                <a:solidFill>
                  <a:srgbClr val="212428"/>
                </a:solidFill>
                <a:latin typeface="Microsoft YaHei"/>
                <a:ea typeface="Microsoft YaHei"/>
              </a:rPr>
              <a:t>需要的,直接拿去用;用出问题,来找我。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做法其实不复杂。</a:t>
            </a:r>
          </a:p>
          <a:p>
            <a:pPr>
              <a:spcAft>
                <a:spcPts val="22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想做自己那一套的人多的话,我之后单独组织一次实操场。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CA3AF"/>
                </a:solidFill>
                <a:latin typeface="Microsoft YaHei"/>
                <a:ea typeface="Microsoft YaHei"/>
              </a:rPr>
              <a:t>⚠️ 结尾句待定稿(占位):每个人和AI的相处方式,就像每个人的写作一样,最终都会长成自己的样子。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